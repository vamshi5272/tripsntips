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creenshot 2026-10-03 11374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ownload(2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ownload(3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ownload(4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ownload(5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ownload(6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ownload(7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